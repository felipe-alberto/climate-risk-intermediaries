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28"/>
  </p:normalViewPr>
  <p:slideViewPr>
    <p:cSldViewPr snapToGrid="0">
      <p:cViewPr varScale="1">
        <p:scale>
          <a:sx n="96" d="100"/>
          <a:sy n="96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B4A8-277F-688A-37FA-2FD40F407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DDB4F-6478-602B-78C7-BA601DF84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126F6-4A95-FE83-44C2-26E29AFA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A3E8D-9578-1C28-946F-9A3217D1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A9213-E620-1230-5830-B5DCBA9A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0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E91B-C265-B793-3642-36DBED45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56EAF-3FB4-E706-9DED-DDA599283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22946-C5CD-F83F-972A-86F3C570C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6A80D-91EA-B866-AC9E-F49D685A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65D2A-802A-C06D-98E5-041BEBCD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2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AD652-70F7-3907-CB21-627EEFB2A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362BC-FEB7-8C76-510B-6E5B91AF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202C6-CEA3-F896-5F99-DC729B36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C7690-D9D8-2854-B86A-E3870F77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129CD-94A7-4A4C-F7F0-949B47B6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9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7103D-1161-CCAA-3907-307969AC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75F1-2C5A-C830-482B-7737EF8764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B4820-FC3B-EEDC-F469-DDD38751C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11646-720A-7999-DACE-529C1C65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C21A6-0DDB-55DA-3FB8-C36EA11A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579F5-D03C-D233-5A8F-34DBD7EA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5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CB4D-BF3B-3738-63DF-406628DDA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C44BC-00B5-679B-D7F0-FA4D5BB53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87D33-9BBF-9582-5E1A-670657D52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6F8051-D4B3-CE89-7EFC-D93875B5A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162A69-96AA-F5AC-1C1F-CA64AD0B9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E8192F-47CD-2E7D-617E-45206A86C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9EA2A7-4A3A-90D8-3909-6E582E39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DECFC-7457-2E1A-40E8-D52FB72D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9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7645-C7B6-1144-1394-0CBF9F5F6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3A4D57-6158-E21F-C6C3-D22AAF68E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D40C5-2D2E-F5CF-AA16-A28B718D9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D4D2DA-5907-E631-0602-B6945B2D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9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D17F6-EEE4-36E2-7FEE-E872E14D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2AA2A-9F70-2FAC-397F-0FB2F4E2F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C821F-FC16-9030-EA73-4C6E3B59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4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C68E-2689-51E0-CC10-EE68DD31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8DD5-1111-D9D5-C312-EDF9FD1FF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D2908-A65D-DEB5-3F02-FD009BD95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043B5-5EC4-88BA-E7D1-26B46C553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C1AD7-7A41-F31E-4EBE-50980738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24EA8-E70B-0ADE-9D44-7409C5D4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B34E-411A-F09E-8933-0E182282C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5400A-B034-51A7-F547-446F3B183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54961-6E74-B83B-9AD4-806F7A94D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C9376-03A5-74A5-1179-E6CAFDDA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07E54-DA58-FC00-DA7A-3B71E6E7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645BD-4729-3DFD-4C8C-3807DC3F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2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3F13-757C-8425-DE45-E1D25749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F4474-7841-0509-CCAF-225C32B34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38A3E-6954-171A-1F2C-58AB90BA5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497E6-3121-EFC3-3597-98B5AEE7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934E5-FFCB-12FD-0CEF-4B239188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E47F85-D8DC-580F-CA66-E93DD98F2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CF513-285A-0322-9025-84139ECF2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0255C-B538-B5DE-F3DA-F13651A8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1778B-5F0E-1B94-A489-C2996B12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AA72A-9FDC-D511-50CF-6ADC72DA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E8CB7-F9C0-9B05-3692-9AC99CA69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10973-E300-00E9-5E31-E4345FB70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7D0A7-A35B-A909-AFC6-8438FEAB8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2D297-0627-554C-BB98-1C7C8317A80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1589F-8DC4-C779-287B-331EB04B5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CE7FA-F415-E335-ADDA-49AAB3E19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1ED7A-662D-334B-B7AC-D12143F56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6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7C69-5BE8-2C45-6B56-2CF21E6F84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DF3C0-D3B6-5C86-74C1-26BF45EE8B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1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C44E-523A-84CD-F60D-831D3F7B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8B6FB-6C72-F8DA-2B1A-435DCE89F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DA8F-3BE7-3C9D-7441-515F6D4E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210D2-CFCB-C69D-14F2-F254416A4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8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188DE0-96F0-D89B-5DC4-DAAD7CAA0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72" y="1427922"/>
            <a:ext cx="8711768" cy="360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12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fav2114</dc:creator>
  <cp:lastModifiedBy>fav2114</cp:lastModifiedBy>
  <cp:revision>1</cp:revision>
  <dcterms:created xsi:type="dcterms:W3CDTF">2026-03-31T22:15:56Z</dcterms:created>
  <dcterms:modified xsi:type="dcterms:W3CDTF">2026-03-31T22:38:08Z</dcterms:modified>
</cp:coreProperties>
</file>